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starter based on the uploaded project materials and branding cues in the Fivos project brief.
[Sources]
- Project brief and branding cues from uploaded PDF: /mnt/data/Fivos Multi-Agent AI System for Automated Medical Device Data Harvesting and Regulatory Validation.pdf
- Project scope context from uploaded Phase 1 and Phase 2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4642"/>
          </a:solidFill>
          <a:ln w="12700">
            <a:solidFill>
              <a:srgbClr val="F7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VIBE CODERS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TEMPLATE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600000">
            <a:off x="658368" y="868680"/>
            <a:ext cx="566928" cy="256032"/>
          </a:xfrm>
          <a:prstGeom prst="chevron">
            <a:avLst/>
          </a:prstGeom>
          <a:solidFill>
            <a:srgbClr val="E97886">
              <a:alpha val="92000"/>
            </a:srgbClr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9600000">
            <a:off x="841248" y="1170432"/>
            <a:ext cx="621792" cy="274320"/>
          </a:xfrm>
          <a:prstGeom prst="chevron">
            <a:avLst/>
          </a:prstGeom>
          <a:solidFill>
            <a:srgbClr val="6BC5C5">
              <a:alpha val="94000"/>
            </a:srgbClr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9600000">
            <a:off x="1078992" y="1490472"/>
            <a:ext cx="658368" cy="292608"/>
          </a:xfrm>
          <a:prstGeom prst="chevron">
            <a:avLst/>
          </a:prstGeom>
          <a:solidFill>
            <a:srgbClr val="17306F"/>
          </a:solidFill>
          <a:ln w="12700">
            <a:solidFill>
              <a:srgbClr val="17306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7452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Title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Subtitle or one-line project description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[Your Name] + 5 Team Members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F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/ Instructor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F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1188720"/>
            <a:ext cx="3840480" cy="4206240"/>
          </a:xfrm>
          <a:prstGeom prst="roundRect">
            <a:avLst>
              <a:gd name="adj" fmla="val 1429"/>
            </a:avLst>
          </a:prstGeom>
          <a:solidFill>
            <a:srgbClr val="FBFAF8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Replace this panel with one of the following: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09560" y="23317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 photo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graphic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Company logo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Screenshot collage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visual area for customization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Use, rename, or remove sections as needed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74642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83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8562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/ context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237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963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and scope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638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1363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or workflow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7490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039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776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approach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389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439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4165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/ evaluation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50292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84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056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 / next steps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9360" y="50749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1–2 talking points 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/ Context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flexible layout for your project motivation and audience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8308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148840"/>
            <a:ext cx="4754880" cy="3474720"/>
          </a:xfrm>
          <a:prstGeom prst="roundRect">
            <a:avLst>
              <a:gd name="adj" fmla="val 2105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9848" y="231343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summary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8136" y="2697480"/>
            <a:ext cx="4315968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challenge existed before the project?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experiences the problem?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does it matter now?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are the consequences of inaction?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6BC5C5"/>
          </a:solidFill>
          <a:ln w="12700">
            <a:solidFill>
              <a:srgbClr val="6BC5C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828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14884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0488" y="231343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/ framing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2697480"/>
            <a:ext cx="4864608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pain points, observations, or sponsor needs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Insert a screenshot, quote, or data point if helpful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this side visual rather than text-heavy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Goals, Scope, and Success Criteria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when explaining what the team set out to deliver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82880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19933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2416" y="2377440"/>
            <a:ext cx="2944368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Primary objective #1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Primary objective #2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Primary objective #3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07408" y="182880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9933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scope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2377440"/>
            <a:ext cx="2944368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/ deliverable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/ deliverable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/ deliverable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91856" y="182880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93024" y="19933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11312" y="2377440"/>
            <a:ext cx="2944368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Deferred item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Constraint or limitation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Future extension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 /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process-oriented slide for architecture, stages, or pipeline 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4884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FBFAF8"/>
          </a:solidFill>
          <a:ln w="12700">
            <a:solidFill>
              <a:srgbClr val="E978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91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78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214884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FBFAF8"/>
          </a:solidFill>
          <a:ln w="12700">
            <a:solidFill>
              <a:srgbClr val="6BC5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3591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C5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26974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FBFAF8"/>
          </a:solidFill>
          <a:ln w="12700">
            <a:solidFill>
              <a:srgbClr val="1730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3591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6974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29800" y="214884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FBFAF8"/>
          </a:solidFill>
          <a:ln w="12700">
            <a:solidFill>
              <a:srgbClr val="C74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23591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4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66960" y="26974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44368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16168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887968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15568" y="405079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slide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33856" y="4434840"/>
            <a:ext cx="431596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Swap the four boxes for agents, modules, phases, or data flow stages.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89320" y="3886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90488" y="405079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fill-ins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08776" y="4434840"/>
            <a:ext cx="48188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labels + 1 line of explanation per stage work best.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 / Implementation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methods, responsibilities, or design choices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9936" y="1783080"/>
            <a:ext cx="0" cy="361188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19872" y="1783080"/>
            <a:ext cx="0" cy="361188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Workstream 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component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 task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or method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visual, icon, or screenshot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C5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Workstream 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component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 task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or method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visual, icon, or screenshot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45720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Workstream 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4108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component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 task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or method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4108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visual, icon, or screenshot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45720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/ Evaluation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template for metrics, outcomes, or comparison snapshots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2880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BFAF8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4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XX%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51560" y="28163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interpretation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BFAF8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46320" y="23957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C5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XX%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8163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interpretation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0" y="1828800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BFAF8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057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1080" y="23957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XX%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41080" y="28163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interpretation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3794760"/>
            <a:ext cx="6400800" cy="1783080"/>
          </a:xfrm>
          <a:prstGeom prst="roundRect">
            <a:avLst>
              <a:gd name="adj" fmla="val 4103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9848" y="3959352"/>
            <a:ext cx="5998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 / table area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8136" y="4343400"/>
            <a:ext cx="596188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this with one clean chart, confusion matrix, before/after comparison, or dashboard screenshot.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98080" y="379476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FCFBF9"/>
          </a:solidFill>
          <a:ln w="12700">
            <a:solidFill>
              <a:srgbClr val="D8D0C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99248" y="395935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17536" y="4343400"/>
            <a:ext cx="335584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worked best?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headline result?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D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audience remember?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31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and Contributions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6 members, with room for roles or ownership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90472"/>
            <a:ext cx="10698480" cy="0"/>
          </a:xfrm>
          <a:prstGeom prst="line">
            <a:avLst/>
          </a:prstGeom>
          <a:noFill/>
          <a:ln w="12700">
            <a:solidFill>
              <a:srgbClr val="D8D0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202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6BC5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19202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6BC5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9202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6BC5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38360" y="19202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C74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418320" y="32461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39776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C746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5056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103120" y="53035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3977640"/>
            <a:ext cx="960120" cy="960120"/>
          </a:xfrm>
          <a:prstGeom prst="ellipse">
            <a:avLst/>
          </a:prstGeom>
          <a:solidFill>
            <a:srgbClr val="FBFAF8"/>
          </a:solidFill>
          <a:ln w="12700">
            <a:solidFill>
              <a:srgbClr val="C746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056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 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0" y="53035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focus area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58978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replace circles with headshots, initials, or icons if you want a more polished team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0" cy="73152"/>
          </a:xfrm>
          <a:prstGeom prst="rect">
            <a:avLst/>
          </a:prstGeom>
          <a:solidFill>
            <a:srgbClr val="E97886"/>
          </a:solidFill>
          <a:ln w="12700">
            <a:solidFill>
              <a:srgbClr val="E978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81328" y="347472"/>
            <a:ext cx="1325880" cy="73152"/>
          </a:xfrm>
          <a:prstGeom prst="rect">
            <a:avLst/>
          </a:prstGeom>
          <a:solidFill>
            <a:srgbClr val="E8D0D0"/>
          </a:solidFill>
          <a:ln w="12700">
            <a:solidFill>
              <a:srgbClr val="E8D0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347472"/>
            <a:ext cx="1554480" cy="73152"/>
          </a:xfrm>
          <a:prstGeom prst="rect">
            <a:avLst/>
          </a:prstGeom>
          <a:solidFill>
            <a:srgbClr val="D65F63"/>
          </a:solidFill>
          <a:ln w="12700">
            <a:solidFill>
              <a:srgbClr val="D65F6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347472"/>
            <a:ext cx="1097280" cy="73152"/>
          </a:xfrm>
          <a:prstGeom prst="rect">
            <a:avLst/>
          </a:prstGeom>
          <a:solidFill>
            <a:srgbClr val="C74642"/>
          </a:solidFill>
          <a:ln w="12700">
            <a:solidFill>
              <a:srgbClr val="C7464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66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contact info, GitHub link, or demo QR code here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03720" y="1188720"/>
            <a:ext cx="3657600" cy="4297680"/>
          </a:xfrm>
          <a:prstGeom prst="roundRect">
            <a:avLst>
              <a:gd name="adj" fmla="val 1500"/>
            </a:avLst>
          </a:prstGeom>
          <a:solidFill>
            <a:srgbClr val="FBFAF8"/>
          </a:solidFill>
          <a:ln w="12700">
            <a:solidFill>
              <a:srgbClr val="D8D0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0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end slide content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35240" y="2560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QR code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Repository link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Sponsor logo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A7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visual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19088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4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Project Presentation Template</dc:title>
  <dc:subject>Project presentation template</dc:subject>
  <dc:creator>OpenAI</dc:creator>
  <cp:lastModifiedBy>OpenAI</cp:lastModifiedBy>
  <cp:revision>1</cp:revision>
  <dcterms:created xsi:type="dcterms:W3CDTF">2026-04-20T18:02:39Z</dcterms:created>
  <dcterms:modified xsi:type="dcterms:W3CDTF">2026-04-20T18:02:39Z</dcterms:modified>
</cp:coreProperties>
</file>